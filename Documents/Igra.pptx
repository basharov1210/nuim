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8"/>
  </p:notesMasterIdLst>
  <p:sldIdLst>
    <p:sldId id="256" r:id="rId2"/>
    <p:sldId id="257" r:id="rId3"/>
    <p:sldId id="259" r:id="rId4"/>
    <p:sldId id="261" r:id="rId5"/>
    <p:sldId id="262" r:id="rId6"/>
    <p:sldId id="265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9F65EA-E2FE-4FFD-BDDA-0D223D5DE8C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0F56EB-45B1-4C26-B992-5C9AC06E66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0400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0F56EB-45B1-4C26-B992-5C9AC06E660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168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996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00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78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581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2439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84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997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439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37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891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90009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8148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52311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642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3313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640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34B30-09BD-4B44-8F89-B49AEE6DF868}" type="datetimeFigureOut">
              <a:rPr lang="ru-RU" smtClean="0"/>
              <a:t>вт 19.05.20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1509DD1-43D9-48A3-96EE-93D97C7685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8384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98448" y="539496"/>
            <a:ext cx="7269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/>
              <a:t>Проектная работа по созданию компьютерной игры </a:t>
            </a:r>
            <a:endParaRPr lang="ru-RU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155448" y="5193792"/>
            <a:ext cx="6702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Работу выполняют студенты группы ИКБО-07-18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ru-RU" dirty="0" smtClean="0"/>
              <a:t>Башаров Е.</a:t>
            </a:r>
          </a:p>
          <a:p>
            <a:r>
              <a:rPr lang="ru-RU" dirty="0" smtClean="0"/>
              <a:t>Озеров Г.</a:t>
            </a:r>
          </a:p>
          <a:p>
            <a:r>
              <a:rPr lang="ru-RU" dirty="0" smtClean="0"/>
              <a:t>Снегирев М.</a:t>
            </a:r>
          </a:p>
          <a:p>
            <a:r>
              <a:rPr lang="ru-RU" dirty="0" err="1" smtClean="0"/>
              <a:t>Бабух</a:t>
            </a:r>
            <a:r>
              <a:rPr lang="ru-RU" dirty="0" smtClean="0"/>
              <a:t> А.</a:t>
            </a:r>
            <a:r>
              <a:rPr lang="ru-RU" dirty="0"/>
              <a:t>	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01568" y="1993392"/>
            <a:ext cx="3913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Nothing Unusual in MIREA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405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" y="1234076"/>
            <a:ext cx="5670474" cy="38051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48770" y="420624"/>
            <a:ext cx="5779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Создание проекта в </a:t>
            </a:r>
            <a:r>
              <a:rPr lang="en-US" sz="2400" dirty="0" smtClean="0"/>
              <a:t>Unreal Engine 4</a:t>
            </a:r>
            <a:endParaRPr lang="ru-RU" sz="2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56" y="1234076"/>
            <a:ext cx="5670474" cy="38051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26978" y="5077168"/>
            <a:ext cx="65013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/>
              <a:t>Unreal</a:t>
            </a:r>
            <a:r>
              <a:rPr lang="ru-RU" dirty="0" smtClean="0"/>
              <a:t> </a:t>
            </a:r>
            <a:r>
              <a:rPr lang="ru-RU" dirty="0" err="1" smtClean="0"/>
              <a:t>Engine</a:t>
            </a:r>
            <a:r>
              <a:rPr lang="ru-RU" dirty="0" smtClean="0"/>
              <a:t> - написанный на языке С++ игровой движок, который разрабатывается и поддерживается компанией </a:t>
            </a:r>
            <a:r>
              <a:rPr lang="ru-RU" dirty="0" err="1" smtClean="0"/>
              <a:t>Epic</a:t>
            </a:r>
            <a:r>
              <a:rPr lang="ru-RU" dirty="0" smtClean="0"/>
              <a:t> </a:t>
            </a:r>
            <a:r>
              <a:rPr lang="ru-RU" dirty="0" err="1" smtClean="0"/>
              <a:t>Games</a:t>
            </a:r>
            <a:r>
              <a:rPr lang="ru-RU" dirty="0" smtClean="0"/>
              <a:t>. Данный проект представляет собой полный набор инструментов для разработки игр, и позволяет создавать приложения для различных операционных систем и платформ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5887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877056" y="539496"/>
            <a:ext cx="57790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Создание игровой площадки </a:t>
            </a:r>
            <a:endParaRPr lang="ru-RU" sz="2400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20" y="1399032"/>
            <a:ext cx="9440091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0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941918"/>
            <a:ext cx="5862991" cy="41937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1500" y="448056"/>
            <a:ext cx="5952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Создание игрового меню в игре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3267" y="1941919"/>
            <a:ext cx="6261954" cy="4193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05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7360"/>
            <a:ext cx="121920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65576" y="932688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Отображение меню в игре</a:t>
            </a:r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1213095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8184"/>
            <a:ext cx="6044244" cy="309981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384" y="713232"/>
            <a:ext cx="6147756" cy="304495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232"/>
            <a:ext cx="6044244" cy="30449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32504" y="66901"/>
            <a:ext cx="465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/>
              <a:t>Создание спрайтов</a:t>
            </a:r>
            <a:endParaRPr lang="ru-RU" sz="36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244" y="3758184"/>
            <a:ext cx="6147896" cy="30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85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Грань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282</TotalTime>
  <Words>89</Words>
  <Application>Microsoft Office PowerPoint</Application>
  <PresentationFormat>Широкоэкранный</PresentationFormat>
  <Paragraphs>14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Trebuchet MS</vt:lpstr>
      <vt:lpstr>Wingdings 3</vt:lpstr>
      <vt:lpstr>Грань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12</cp:revision>
  <dcterms:created xsi:type="dcterms:W3CDTF">2020-05-18T17:29:50Z</dcterms:created>
  <dcterms:modified xsi:type="dcterms:W3CDTF">2020-05-19T06:47:13Z</dcterms:modified>
</cp:coreProperties>
</file>